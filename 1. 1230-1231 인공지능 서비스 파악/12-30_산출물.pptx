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4"/>
  </p:sldMasterIdLst>
  <p:sldIdLst>
    <p:sldId id="256" r:id="rId5"/>
    <p:sldId id="380" r:id="rId6"/>
    <p:sldId id="381" r:id="rId7"/>
    <p:sldId id="624" r:id="rId8"/>
    <p:sldId id="258" r:id="rId9"/>
    <p:sldId id="428" r:id="rId10"/>
    <p:sldId id="259" r:id="rId11"/>
    <p:sldId id="625" r:id="rId12"/>
    <p:sldId id="260" r:id="rId13"/>
    <p:sldId id="261" r:id="rId14"/>
    <p:sldId id="262" r:id="rId15"/>
    <p:sldId id="691" r:id="rId16"/>
    <p:sldId id="692" r:id="rId17"/>
    <p:sldId id="693" r:id="rId18"/>
    <p:sldId id="694" r:id="rId19"/>
    <p:sldId id="626" r:id="rId20"/>
    <p:sldId id="263" r:id="rId21"/>
    <p:sldId id="264" r:id="rId22"/>
    <p:sldId id="265" r:id="rId23"/>
    <p:sldId id="628" r:id="rId24"/>
    <p:sldId id="269" r:id="rId25"/>
    <p:sldId id="270" r:id="rId26"/>
    <p:sldId id="271" r:id="rId27"/>
    <p:sldId id="629" r:id="rId28"/>
    <p:sldId id="272" r:id="rId29"/>
    <p:sldId id="273" r:id="rId30"/>
    <p:sldId id="274" r:id="rId31"/>
    <p:sldId id="630" r:id="rId32"/>
    <p:sldId id="275" r:id="rId33"/>
    <p:sldId id="276" r:id="rId34"/>
    <p:sldId id="277" r:id="rId35"/>
    <p:sldId id="631" r:id="rId36"/>
    <p:sldId id="278" r:id="rId37"/>
    <p:sldId id="279" r:id="rId38"/>
    <p:sldId id="280" r:id="rId39"/>
    <p:sldId id="632" r:id="rId40"/>
    <p:sldId id="281" r:id="rId41"/>
    <p:sldId id="282" r:id="rId42"/>
    <p:sldId id="283" r:id="rId43"/>
    <p:sldId id="633" r:id="rId44"/>
    <p:sldId id="284" r:id="rId45"/>
    <p:sldId id="285" r:id="rId46"/>
    <p:sldId id="286" r:id="rId47"/>
    <p:sldId id="634" r:id="rId48"/>
    <p:sldId id="287" r:id="rId49"/>
    <p:sldId id="288" r:id="rId50"/>
    <p:sldId id="289" r:id="rId51"/>
    <p:sldId id="635" r:id="rId52"/>
    <p:sldId id="290" r:id="rId53"/>
    <p:sldId id="291" r:id="rId54"/>
    <p:sldId id="292" r:id="rId55"/>
    <p:sldId id="636" r:id="rId56"/>
    <p:sldId id="293" r:id="rId57"/>
    <p:sldId id="294" r:id="rId58"/>
    <p:sldId id="295" r:id="rId59"/>
    <p:sldId id="637" r:id="rId60"/>
    <p:sldId id="296" r:id="rId61"/>
    <p:sldId id="297" r:id="rId62"/>
    <p:sldId id="298" r:id="rId63"/>
    <p:sldId id="638" r:id="rId64"/>
    <p:sldId id="299" r:id="rId65"/>
    <p:sldId id="300" r:id="rId66"/>
    <p:sldId id="301" r:id="rId67"/>
    <p:sldId id="639" r:id="rId68"/>
    <p:sldId id="302" r:id="rId69"/>
    <p:sldId id="303" r:id="rId70"/>
    <p:sldId id="304" r:id="rId71"/>
    <p:sldId id="640" r:id="rId72"/>
    <p:sldId id="305" r:id="rId73"/>
    <p:sldId id="306" r:id="rId74"/>
    <p:sldId id="307" r:id="rId75"/>
    <p:sldId id="641" r:id="rId76"/>
    <p:sldId id="308" r:id="rId77"/>
    <p:sldId id="309" r:id="rId78"/>
    <p:sldId id="310" r:id="rId79"/>
    <p:sldId id="642" r:id="rId80"/>
    <p:sldId id="311" r:id="rId81"/>
    <p:sldId id="312" r:id="rId82"/>
    <p:sldId id="313" r:id="rId83"/>
    <p:sldId id="703" r:id="rId84"/>
    <p:sldId id="704" r:id="rId85"/>
    <p:sldId id="705" r:id="rId86"/>
    <p:sldId id="706" r:id="rId87"/>
    <p:sldId id="644" r:id="rId88"/>
    <p:sldId id="317" r:id="rId89"/>
    <p:sldId id="318" r:id="rId90"/>
    <p:sldId id="319" r:id="rId91"/>
    <p:sldId id="645" r:id="rId92"/>
    <p:sldId id="320" r:id="rId93"/>
    <p:sldId id="321" r:id="rId94"/>
    <p:sldId id="322" r:id="rId95"/>
    <p:sldId id="699" r:id="rId96"/>
    <p:sldId id="700" r:id="rId97"/>
    <p:sldId id="701" r:id="rId98"/>
    <p:sldId id="702" r:id="rId99"/>
    <p:sldId id="647" r:id="rId100"/>
    <p:sldId id="326" r:id="rId101"/>
    <p:sldId id="327" r:id="rId102"/>
    <p:sldId id="328" r:id="rId103"/>
    <p:sldId id="648" r:id="rId104"/>
    <p:sldId id="329" r:id="rId105"/>
    <p:sldId id="330" r:id="rId106"/>
    <p:sldId id="331" r:id="rId107"/>
    <p:sldId id="649" r:id="rId108"/>
    <p:sldId id="332" r:id="rId109"/>
    <p:sldId id="333" r:id="rId110"/>
    <p:sldId id="334" r:id="rId111"/>
    <p:sldId id="650" r:id="rId112"/>
    <p:sldId id="335" r:id="rId113"/>
    <p:sldId id="336" r:id="rId114"/>
    <p:sldId id="337" r:id="rId115"/>
    <p:sldId id="651" r:id="rId116"/>
    <p:sldId id="338" r:id="rId117"/>
    <p:sldId id="339" r:id="rId118"/>
    <p:sldId id="340" r:id="rId119"/>
    <p:sldId id="652" r:id="rId120"/>
    <p:sldId id="341" r:id="rId121"/>
    <p:sldId id="342" r:id="rId122"/>
    <p:sldId id="343" r:id="rId123"/>
    <p:sldId id="653" r:id="rId124"/>
    <p:sldId id="344" r:id="rId125"/>
    <p:sldId id="345" r:id="rId126"/>
    <p:sldId id="346" r:id="rId127"/>
    <p:sldId id="654" r:id="rId128"/>
    <p:sldId id="347" r:id="rId129"/>
    <p:sldId id="348" r:id="rId130"/>
    <p:sldId id="349" r:id="rId131"/>
    <p:sldId id="655" r:id="rId132"/>
    <p:sldId id="350" r:id="rId133"/>
    <p:sldId id="351" r:id="rId134"/>
    <p:sldId id="352" r:id="rId135"/>
    <p:sldId id="656" r:id="rId136"/>
    <p:sldId id="353" r:id="rId137"/>
    <p:sldId id="354" r:id="rId138"/>
    <p:sldId id="355" r:id="rId139"/>
    <p:sldId id="657" r:id="rId140"/>
    <p:sldId id="356" r:id="rId141"/>
    <p:sldId id="357" r:id="rId142"/>
    <p:sldId id="358" r:id="rId143"/>
    <p:sldId id="658" r:id="rId144"/>
    <p:sldId id="359" r:id="rId145"/>
    <p:sldId id="360" r:id="rId146"/>
    <p:sldId id="361" r:id="rId147"/>
    <p:sldId id="659" r:id="rId148"/>
    <p:sldId id="362" r:id="rId149"/>
    <p:sldId id="363" r:id="rId150"/>
    <p:sldId id="364" r:id="rId151"/>
    <p:sldId id="660" r:id="rId152"/>
    <p:sldId id="365" r:id="rId153"/>
    <p:sldId id="366" r:id="rId154"/>
    <p:sldId id="367" r:id="rId155"/>
    <p:sldId id="661" r:id="rId156"/>
    <p:sldId id="368" r:id="rId157"/>
    <p:sldId id="369" r:id="rId158"/>
    <p:sldId id="370" r:id="rId159"/>
    <p:sldId id="662" r:id="rId160"/>
    <p:sldId id="371" r:id="rId161"/>
    <p:sldId id="372" r:id="rId162"/>
    <p:sldId id="373" r:id="rId163"/>
    <p:sldId id="663" r:id="rId164"/>
    <p:sldId id="374" r:id="rId165"/>
    <p:sldId id="375" r:id="rId166"/>
    <p:sldId id="376" r:id="rId167"/>
    <p:sldId id="664" r:id="rId168"/>
    <p:sldId id="377" r:id="rId169"/>
    <p:sldId id="378" r:id="rId170"/>
    <p:sldId id="379" r:id="rId171"/>
    <p:sldId id="666" r:id="rId172"/>
    <p:sldId id="390" r:id="rId173"/>
    <p:sldId id="389" r:id="rId174"/>
    <p:sldId id="388" r:id="rId175"/>
    <p:sldId id="667" r:id="rId176"/>
    <p:sldId id="393" r:id="rId177"/>
    <p:sldId id="392" r:id="rId178"/>
    <p:sldId id="391" r:id="rId17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90" y="30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viewProps" Target="view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theme" Target="theme/theme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51" Type="http://schemas.openxmlformats.org/officeDocument/2006/relationships/slide" Target="slides/slide147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slide" Target="slides/slide175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presProps" Target="presProps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eongho Kang" userId="8437a1b22be4fafb" providerId="LiveId" clId="{0E439A6F-F1B8-4DB1-95D1-263B9F3A5FA1}"/>
    <pc:docChg chg="custSel addSld delSld modSld modMainMaster">
      <pc:chgData name="Myeongho Kang" userId="8437a1b22be4fafb" providerId="LiveId" clId="{0E439A6F-F1B8-4DB1-95D1-263B9F3A5FA1}" dt="2025-12-29T08:05:25.485" v="33" actId="47"/>
      <pc:docMkLst>
        <pc:docMk/>
      </pc:docMkLst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94998718" sldId="39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18604829" sldId="39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625605896" sldId="39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90361223" sldId="40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99897664" sldId="40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07006165" sldId="40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867396533" sldId="40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15439652" sldId="40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673853706" sldId="40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994948988" sldId="40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52042831" sldId="40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090896050" sldId="40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047025050" sldId="41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081604004" sldId="41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66944637" sldId="41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225335841" sldId="41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952539089" sldId="41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767345630" sldId="41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90163695" sldId="41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633436485" sldId="41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20085773" sldId="42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4277952050" sldId="42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594932932" sldId="42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323025767" sldId="42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59983396" sldId="42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253887498" sldId="42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92899193" sldId="42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952822995" sldId="66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4719110" sldId="67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668993710" sldId="67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10332786" sldId="67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336342353" sldId="67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714960430" sldId="67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028929693" sldId="67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08740334" sldId="67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598354420" sldId="67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1459206167" sldId="67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9598712" sldId="680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325253964" sldId="681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348560487" sldId="682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329426023" sldId="683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406620893" sldId="684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2757880715" sldId="685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602612954" sldId="686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896377914" sldId="687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943778998" sldId="688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403078882" sldId="689"/>
        </pc:sldMkLst>
      </pc:sldChg>
      <pc:sldChg chg="del">
        <pc:chgData name="Myeongho Kang" userId="8437a1b22be4fafb" providerId="LiveId" clId="{0E439A6F-F1B8-4DB1-95D1-263B9F3A5FA1}" dt="2025-12-29T08:05:25.485" v="33" actId="47"/>
        <pc:sldMkLst>
          <pc:docMk/>
          <pc:sldMk cId="3504787259" sldId="690"/>
        </pc:sldMkLst>
      </pc:sldChg>
      <pc:sldChg chg="modSp add del mod">
        <pc:chgData name="Myeongho Kang" userId="8437a1b22be4fafb" providerId="LiveId" clId="{0E439A6F-F1B8-4DB1-95D1-263B9F3A5FA1}" dt="2025-12-29T08:05:25.485" v="33" actId="47"/>
        <pc:sldMkLst>
          <pc:docMk/>
          <pc:sldMk cId="3990150345" sldId="695"/>
        </pc:sldMkLst>
        <pc:spChg chg="mod">
          <ac:chgData name="Myeongho Kang" userId="8437a1b22be4fafb" providerId="LiveId" clId="{0E439A6F-F1B8-4DB1-95D1-263B9F3A5FA1}" dt="2025-12-29T08:03:28.801" v="24" actId="6549"/>
          <ac:spMkLst>
            <pc:docMk/>
            <pc:sldMk cId="3990150345" sldId="695"/>
            <ac:spMk id="10" creationId="{D4E916AD-1D8E-F567-7695-9876B2657017}"/>
          </ac:spMkLst>
        </pc:spChg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2733938168" sldId="696"/>
        </pc:sldMkLst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1269358641" sldId="697"/>
        </pc:sldMkLst>
      </pc:sldChg>
      <pc:sldChg chg="add del">
        <pc:chgData name="Myeongho Kang" userId="8437a1b22be4fafb" providerId="LiveId" clId="{0E439A6F-F1B8-4DB1-95D1-263B9F3A5FA1}" dt="2025-12-29T08:05:25.485" v="33" actId="47"/>
        <pc:sldMkLst>
          <pc:docMk/>
          <pc:sldMk cId="694146656" sldId="698"/>
        </pc:sldMkLst>
      </pc:sldChg>
      <pc:sldChg chg="modSp add mod">
        <pc:chgData name="Myeongho Kang" userId="8437a1b22be4fafb" providerId="LiveId" clId="{0E439A6F-F1B8-4DB1-95D1-263B9F3A5FA1}" dt="2025-12-29T08:03:53.359" v="27" actId="20577"/>
        <pc:sldMkLst>
          <pc:docMk/>
          <pc:sldMk cId="567791271" sldId="699"/>
        </pc:sldMkLst>
        <pc:spChg chg="mod">
          <ac:chgData name="Myeongho Kang" userId="8437a1b22be4fafb" providerId="LiveId" clId="{0E439A6F-F1B8-4DB1-95D1-263B9F3A5FA1}" dt="2025-12-29T08:03:53.359" v="27" actId="20577"/>
          <ac:spMkLst>
            <pc:docMk/>
            <pc:sldMk cId="567791271" sldId="699"/>
            <ac:spMk id="10" creationId="{D89A970A-A2AE-30A4-4EE6-CD633310ECEA}"/>
          </ac:spMkLst>
        </pc:spChg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4125513259" sldId="700"/>
        </pc:sldMkLst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2704794395" sldId="701"/>
        </pc:sldMkLst>
      </pc:sldChg>
      <pc:sldChg chg="add">
        <pc:chgData name="Myeongho Kang" userId="8437a1b22be4fafb" providerId="LiveId" clId="{0E439A6F-F1B8-4DB1-95D1-263B9F3A5FA1}" dt="2025-12-29T08:03:50.469" v="25"/>
        <pc:sldMkLst>
          <pc:docMk/>
          <pc:sldMk cId="3242312075" sldId="702"/>
        </pc:sldMkLst>
      </pc:sldChg>
      <pc:sldChg chg="modSp add mod">
        <pc:chgData name="Myeongho Kang" userId="8437a1b22be4fafb" providerId="LiveId" clId="{0E439A6F-F1B8-4DB1-95D1-263B9F3A5FA1}" dt="2025-12-29T08:04:05.693" v="32" actId="20577"/>
        <pc:sldMkLst>
          <pc:docMk/>
          <pc:sldMk cId="3156351063" sldId="703"/>
        </pc:sldMkLst>
        <pc:spChg chg="mod">
          <ac:chgData name="Myeongho Kang" userId="8437a1b22be4fafb" providerId="LiveId" clId="{0E439A6F-F1B8-4DB1-95D1-263B9F3A5FA1}" dt="2025-12-29T08:04:05.693" v="32" actId="20577"/>
          <ac:spMkLst>
            <pc:docMk/>
            <pc:sldMk cId="3156351063" sldId="703"/>
            <ac:spMk id="10" creationId="{CA6A84EB-D7F7-B320-59FD-1300037F707B}"/>
          </ac:spMkLst>
        </pc:spChg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130307729" sldId="704"/>
        </pc:sldMkLst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435781227" sldId="705"/>
        </pc:sldMkLst>
      </pc:sldChg>
      <pc:sldChg chg="add">
        <pc:chgData name="Myeongho Kang" userId="8437a1b22be4fafb" providerId="LiveId" clId="{0E439A6F-F1B8-4DB1-95D1-263B9F3A5FA1}" dt="2025-12-29T08:04:00.796" v="28"/>
        <pc:sldMkLst>
          <pc:docMk/>
          <pc:sldMk cId="2532811975" sldId="706"/>
        </pc:sldMkLst>
      </pc:sldChg>
      <pc:sldMasterChg chg="modSldLayout">
        <pc:chgData name="Myeongho Kang" userId="8437a1b22be4fafb" providerId="LiveId" clId="{0E439A6F-F1B8-4DB1-95D1-263B9F3A5FA1}" dt="2025-12-29T08:02:38.054" v="19" actId="14100"/>
        <pc:sldMasterMkLst>
          <pc:docMk/>
          <pc:sldMasterMk cId="149416527" sldId="2147483725"/>
        </pc:sldMasterMkLst>
        <pc:sldLayoutChg chg="modSp mod">
          <pc:chgData name="Myeongho Kang" userId="8437a1b22be4fafb" providerId="LiveId" clId="{0E439A6F-F1B8-4DB1-95D1-263B9F3A5FA1}" dt="2025-12-29T08:02:38.054" v="19" actId="14100"/>
          <pc:sldLayoutMkLst>
            <pc:docMk/>
            <pc:sldMasterMk cId="149416527" sldId="2147483725"/>
            <pc:sldLayoutMk cId="960292936" sldId="2147483721"/>
          </pc:sldLayoutMkLst>
          <pc:spChg chg="mod">
            <ac:chgData name="Myeongho Kang" userId="8437a1b22be4fafb" providerId="LiveId" clId="{0E439A6F-F1B8-4DB1-95D1-263B9F3A5FA1}" dt="2025-12-29T08:02:35.177" v="18" actId="1076"/>
            <ac:spMkLst>
              <pc:docMk/>
              <pc:sldMasterMk cId="149416527" sldId="2147483725"/>
              <pc:sldLayoutMk cId="960292936" sldId="2147483721"/>
              <ac:spMk id="2" creationId="{55E6D384-B2C5-42A4-9774-A931C39BA53B}"/>
            </ac:spMkLst>
          </pc:spChg>
          <pc:spChg chg="mod">
            <ac:chgData name="Myeongho Kang" userId="8437a1b22be4fafb" providerId="LiveId" clId="{0E439A6F-F1B8-4DB1-95D1-263B9F3A5FA1}" dt="2025-12-29T08:02:38.054" v="19" actId="14100"/>
            <ac:spMkLst>
              <pc:docMk/>
              <pc:sldMasterMk cId="149416527" sldId="2147483725"/>
              <pc:sldLayoutMk cId="960292936" sldId="2147483721"/>
              <ac:spMk id="3" creationId="{AF8D736C-5FCC-43BC-B824-A90F2CC5D194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9665"/>
            <a:ext cx="10972800" cy="8747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321"/>
            <a:ext cx="10972800" cy="48828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29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5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55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51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38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59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44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1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10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11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6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5A225E5B-4D39-4B35-8E24-790C81645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11">
            <a:extLst>
              <a:ext uri="{FF2B5EF4-FFF2-40B4-BE49-F238E27FC236}">
                <a16:creationId xmlns:a16="http://schemas.microsoft.com/office/drawing/2014/main" id="{3E91BD27-0A21-43ED-80E7-0A40F57C8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59532" y="468754"/>
            <a:ext cx="6329420" cy="6389247"/>
          </a:xfrm>
          <a:custGeom>
            <a:avLst/>
            <a:gdLst>
              <a:gd name="connsiteX0" fmla="*/ 767991 w 6329420"/>
              <a:gd name="connsiteY0" fmla="*/ 731396 h 6389247"/>
              <a:gd name="connsiteX1" fmla="*/ 1299514 w 6329420"/>
              <a:gd name="connsiteY1" fmla="*/ 1262919 h 6389247"/>
              <a:gd name="connsiteX2" fmla="*/ 767991 w 6329420"/>
              <a:gd name="connsiteY2" fmla="*/ 1794442 h 6389247"/>
              <a:gd name="connsiteX3" fmla="*/ 236469 w 6329420"/>
              <a:gd name="connsiteY3" fmla="*/ 1262919 h 6389247"/>
              <a:gd name="connsiteX4" fmla="*/ 767991 w 6329420"/>
              <a:gd name="connsiteY4" fmla="*/ 731396 h 6389247"/>
              <a:gd name="connsiteX5" fmla="*/ 2926094 w 6329420"/>
              <a:gd name="connsiteY5" fmla="*/ 324026 h 6389247"/>
              <a:gd name="connsiteX6" fmla="*/ 3207855 w 6329420"/>
              <a:gd name="connsiteY6" fmla="*/ 605787 h 6389247"/>
              <a:gd name="connsiteX7" fmla="*/ 2926094 w 6329420"/>
              <a:gd name="connsiteY7" fmla="*/ 887548 h 6389247"/>
              <a:gd name="connsiteX8" fmla="*/ 2644333 w 6329420"/>
              <a:gd name="connsiteY8" fmla="*/ 605787 h 6389247"/>
              <a:gd name="connsiteX9" fmla="*/ 2926094 w 6329420"/>
              <a:gd name="connsiteY9" fmla="*/ 324026 h 6389247"/>
              <a:gd name="connsiteX10" fmla="*/ 5761439 w 6329420"/>
              <a:gd name="connsiteY10" fmla="*/ 17664 h 6389247"/>
              <a:gd name="connsiteX11" fmla="*/ 5784727 w 6329420"/>
              <a:gd name="connsiteY11" fmla="*/ 18309 h 6389247"/>
              <a:gd name="connsiteX12" fmla="*/ 6232947 w 6329420"/>
              <a:gd name="connsiteY12" fmla="*/ 102447 h 6389247"/>
              <a:gd name="connsiteX13" fmla="*/ 6329420 w 6329420"/>
              <a:gd name="connsiteY13" fmla="*/ 159335 h 6389247"/>
              <a:gd name="connsiteX14" fmla="*/ 6329420 w 6329420"/>
              <a:gd name="connsiteY14" fmla="*/ 6389247 h 6389247"/>
              <a:gd name="connsiteX15" fmla="*/ 3180387 w 6329420"/>
              <a:gd name="connsiteY15" fmla="*/ 6389247 h 6389247"/>
              <a:gd name="connsiteX16" fmla="*/ 2702967 w 6329420"/>
              <a:gd name="connsiteY16" fmla="*/ 6389247 h 6389247"/>
              <a:gd name="connsiteX17" fmla="*/ 1013739 w 6329420"/>
              <a:gd name="connsiteY17" fmla="*/ 6389247 h 6389247"/>
              <a:gd name="connsiteX18" fmla="*/ 1024183 w 6329420"/>
              <a:gd name="connsiteY18" fmla="*/ 6281366 h 6389247"/>
              <a:gd name="connsiteX19" fmla="*/ 903050 w 6329420"/>
              <a:gd name="connsiteY19" fmla="*/ 5588470 h 6389247"/>
              <a:gd name="connsiteX20" fmla="*/ 273230 w 6329420"/>
              <a:gd name="connsiteY20" fmla="*/ 5151559 h 6389247"/>
              <a:gd name="connsiteX21" fmla="*/ 40189 w 6329420"/>
              <a:gd name="connsiteY21" fmla="*/ 4431326 h 6389247"/>
              <a:gd name="connsiteX22" fmla="*/ 467268 w 6329420"/>
              <a:gd name="connsiteY22" fmla="*/ 3598198 h 6389247"/>
              <a:gd name="connsiteX23" fmla="*/ 3203 w 6329420"/>
              <a:gd name="connsiteY23" fmla="*/ 2797063 h 6389247"/>
              <a:gd name="connsiteX24" fmla="*/ 345913 w 6329420"/>
              <a:gd name="connsiteY24" fmla="*/ 2096653 h 6389247"/>
              <a:gd name="connsiteX25" fmla="*/ 1552774 w 6329420"/>
              <a:gd name="connsiteY25" fmla="*/ 2014542 h 6389247"/>
              <a:gd name="connsiteX26" fmla="*/ 1737708 w 6329420"/>
              <a:gd name="connsiteY26" fmla="*/ 1339596 h 6389247"/>
              <a:gd name="connsiteX27" fmla="*/ 1365343 w 6329420"/>
              <a:gd name="connsiteY27" fmla="*/ 604294 h 6389247"/>
              <a:gd name="connsiteX28" fmla="*/ 1784365 w 6329420"/>
              <a:gd name="connsiteY28" fmla="*/ 110735 h 6389247"/>
              <a:gd name="connsiteX29" fmla="*/ 1881062 w 6329420"/>
              <a:gd name="connsiteY29" fmla="*/ 100098 h 6389247"/>
              <a:gd name="connsiteX30" fmla="*/ 2326675 w 6329420"/>
              <a:gd name="connsiteY30" fmla="*/ 311301 h 6389247"/>
              <a:gd name="connsiteX31" fmla="*/ 2585018 w 6329420"/>
              <a:gd name="connsiteY31" fmla="*/ 1190279 h 6389247"/>
              <a:gd name="connsiteX32" fmla="*/ 2694528 w 6329420"/>
              <a:gd name="connsiteY32" fmla="*/ 1338063 h 6389247"/>
              <a:gd name="connsiteX33" fmla="*/ 2982926 w 6329420"/>
              <a:gd name="connsiteY33" fmla="*/ 1306959 h 6389247"/>
              <a:gd name="connsiteX34" fmla="*/ 3354163 w 6329420"/>
              <a:gd name="connsiteY34" fmla="*/ 881733 h 6389247"/>
              <a:gd name="connsiteX35" fmla="*/ 4299539 w 6329420"/>
              <a:gd name="connsiteY35" fmla="*/ 1304623 h 6389247"/>
              <a:gd name="connsiteX36" fmla="*/ 4625167 w 6329420"/>
              <a:gd name="connsiteY36" fmla="*/ 991486 h 6389247"/>
              <a:gd name="connsiteX37" fmla="*/ 4692533 w 6329420"/>
              <a:gd name="connsiteY37" fmla="*/ 854498 h 6389247"/>
              <a:gd name="connsiteX38" fmla="*/ 5607288 w 6329420"/>
              <a:gd name="connsiteY38" fmla="*/ 28863 h 6389247"/>
              <a:gd name="connsiteX39" fmla="*/ 5761439 w 6329420"/>
              <a:gd name="connsiteY39" fmla="*/ 17664 h 6389247"/>
              <a:gd name="connsiteX40" fmla="*/ 4156539 w 6329420"/>
              <a:gd name="connsiteY40" fmla="*/ 0 h 6389247"/>
              <a:gd name="connsiteX41" fmla="*/ 4663751 w 6329420"/>
              <a:gd name="connsiteY41" fmla="*/ 507212 h 6389247"/>
              <a:gd name="connsiteX42" fmla="*/ 4156539 w 6329420"/>
              <a:gd name="connsiteY42" fmla="*/ 1014424 h 6389247"/>
              <a:gd name="connsiteX43" fmla="*/ 3649327 w 6329420"/>
              <a:gd name="connsiteY43" fmla="*/ 507212 h 6389247"/>
              <a:gd name="connsiteX44" fmla="*/ 4156539 w 6329420"/>
              <a:gd name="connsiteY44" fmla="*/ 0 h 6389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6329420" h="6389247">
                <a:moveTo>
                  <a:pt x="767991" y="731396"/>
                </a:moveTo>
                <a:cubicBezTo>
                  <a:pt x="1061543" y="731396"/>
                  <a:pt x="1299514" y="969367"/>
                  <a:pt x="1299514" y="1262919"/>
                </a:cubicBezTo>
                <a:cubicBezTo>
                  <a:pt x="1299514" y="1556471"/>
                  <a:pt x="1061543" y="1794442"/>
                  <a:pt x="767991" y="1794442"/>
                </a:cubicBezTo>
                <a:cubicBezTo>
                  <a:pt x="474439" y="1794442"/>
                  <a:pt x="236469" y="1556471"/>
                  <a:pt x="236469" y="1262919"/>
                </a:cubicBezTo>
                <a:cubicBezTo>
                  <a:pt x="236469" y="969367"/>
                  <a:pt x="474439" y="731396"/>
                  <a:pt x="767991" y="731396"/>
                </a:cubicBezTo>
                <a:close/>
                <a:moveTo>
                  <a:pt x="2926094" y="324026"/>
                </a:moveTo>
                <a:cubicBezTo>
                  <a:pt x="3081706" y="324026"/>
                  <a:pt x="3207855" y="450175"/>
                  <a:pt x="3207855" y="605787"/>
                </a:cubicBezTo>
                <a:cubicBezTo>
                  <a:pt x="3207855" y="761399"/>
                  <a:pt x="3081706" y="887548"/>
                  <a:pt x="2926094" y="887548"/>
                </a:cubicBezTo>
                <a:cubicBezTo>
                  <a:pt x="2770482" y="887548"/>
                  <a:pt x="2644333" y="761399"/>
                  <a:pt x="2644333" y="605787"/>
                </a:cubicBezTo>
                <a:cubicBezTo>
                  <a:pt x="2644333" y="450175"/>
                  <a:pt x="2770482" y="324026"/>
                  <a:pt x="2926094" y="324026"/>
                </a:cubicBezTo>
                <a:close/>
                <a:moveTo>
                  <a:pt x="5761439" y="17664"/>
                </a:moveTo>
                <a:lnTo>
                  <a:pt x="5784727" y="18309"/>
                </a:lnTo>
                <a:cubicBezTo>
                  <a:pt x="5972924" y="25037"/>
                  <a:pt x="6119949" y="54449"/>
                  <a:pt x="6232947" y="102447"/>
                </a:cubicBezTo>
                <a:lnTo>
                  <a:pt x="6329420" y="159335"/>
                </a:lnTo>
                <a:lnTo>
                  <a:pt x="6329420" y="6389247"/>
                </a:lnTo>
                <a:lnTo>
                  <a:pt x="3180387" y="6389247"/>
                </a:lnTo>
                <a:lnTo>
                  <a:pt x="2702967" y="6389247"/>
                </a:lnTo>
                <a:lnTo>
                  <a:pt x="1013739" y="6389247"/>
                </a:lnTo>
                <a:lnTo>
                  <a:pt x="1024183" y="6281366"/>
                </a:lnTo>
                <a:cubicBezTo>
                  <a:pt x="1049848" y="6046008"/>
                  <a:pt x="1072512" y="5801284"/>
                  <a:pt x="903050" y="5588470"/>
                </a:cubicBezTo>
                <a:cubicBezTo>
                  <a:pt x="704901" y="5339877"/>
                  <a:pt x="494907" y="5451483"/>
                  <a:pt x="273230" y="5151559"/>
                </a:cubicBezTo>
                <a:cubicBezTo>
                  <a:pt x="109328" y="4929882"/>
                  <a:pt x="-26532" y="4726254"/>
                  <a:pt x="40189" y="4431326"/>
                </a:cubicBezTo>
                <a:cubicBezTo>
                  <a:pt x="129472" y="4036881"/>
                  <a:pt x="470813" y="3882974"/>
                  <a:pt x="467268" y="3598198"/>
                </a:cubicBezTo>
                <a:cubicBezTo>
                  <a:pt x="463239" y="3255890"/>
                  <a:pt x="44217" y="3187318"/>
                  <a:pt x="3203" y="2797063"/>
                </a:cubicBezTo>
                <a:cubicBezTo>
                  <a:pt x="-23550" y="2542509"/>
                  <a:pt x="119641" y="2237671"/>
                  <a:pt x="345913" y="2096653"/>
                </a:cubicBezTo>
                <a:cubicBezTo>
                  <a:pt x="762919" y="1836457"/>
                  <a:pt x="1233029" y="2275545"/>
                  <a:pt x="1552774" y="2014542"/>
                </a:cubicBezTo>
                <a:cubicBezTo>
                  <a:pt x="1743751" y="1858617"/>
                  <a:pt x="1774856" y="1540160"/>
                  <a:pt x="1737708" y="1339596"/>
                </a:cubicBezTo>
                <a:cubicBezTo>
                  <a:pt x="1666877" y="957721"/>
                  <a:pt x="1353739" y="895190"/>
                  <a:pt x="1365343" y="604294"/>
                </a:cubicBezTo>
                <a:cubicBezTo>
                  <a:pt x="1373885" y="388094"/>
                  <a:pt x="1557287" y="161098"/>
                  <a:pt x="1784365" y="110735"/>
                </a:cubicBezTo>
                <a:cubicBezTo>
                  <a:pt x="1816113" y="103643"/>
                  <a:pt x="1848539" y="100098"/>
                  <a:pt x="1881062" y="100098"/>
                </a:cubicBezTo>
                <a:cubicBezTo>
                  <a:pt x="2100564" y="100098"/>
                  <a:pt x="2273329" y="261260"/>
                  <a:pt x="2326675" y="311301"/>
                </a:cubicBezTo>
                <a:cubicBezTo>
                  <a:pt x="2579216" y="547161"/>
                  <a:pt x="2379374" y="836206"/>
                  <a:pt x="2585018" y="1190279"/>
                </a:cubicBezTo>
                <a:cubicBezTo>
                  <a:pt x="2616968" y="1242737"/>
                  <a:pt x="2653624" y="1292213"/>
                  <a:pt x="2694528" y="1338063"/>
                </a:cubicBezTo>
                <a:cubicBezTo>
                  <a:pt x="2775108" y="1429685"/>
                  <a:pt x="2925230" y="1413569"/>
                  <a:pt x="2982926" y="1306959"/>
                </a:cubicBezTo>
                <a:cubicBezTo>
                  <a:pt x="3078253" y="1130728"/>
                  <a:pt x="3169390" y="933143"/>
                  <a:pt x="3354163" y="881733"/>
                </a:cubicBezTo>
                <a:cubicBezTo>
                  <a:pt x="3713394" y="781733"/>
                  <a:pt x="3927255" y="1375615"/>
                  <a:pt x="4299539" y="1304623"/>
                </a:cubicBezTo>
                <a:cubicBezTo>
                  <a:pt x="4454094" y="1275131"/>
                  <a:pt x="4543700" y="1148457"/>
                  <a:pt x="4625167" y="991486"/>
                </a:cubicBezTo>
                <a:cubicBezTo>
                  <a:pt x="4647810" y="947730"/>
                  <a:pt x="4669890" y="901637"/>
                  <a:pt x="4692533" y="854498"/>
                </a:cubicBezTo>
                <a:cubicBezTo>
                  <a:pt x="4762477" y="605422"/>
                  <a:pt x="4865621" y="105095"/>
                  <a:pt x="5607288" y="28863"/>
                </a:cubicBezTo>
                <a:cubicBezTo>
                  <a:pt x="5658191" y="20163"/>
                  <a:pt x="5709812" y="16455"/>
                  <a:pt x="5761439" y="17664"/>
                </a:cubicBezTo>
                <a:close/>
                <a:moveTo>
                  <a:pt x="4156539" y="0"/>
                </a:moveTo>
                <a:cubicBezTo>
                  <a:pt x="4436664" y="0"/>
                  <a:pt x="4663751" y="227087"/>
                  <a:pt x="4663751" y="507212"/>
                </a:cubicBezTo>
                <a:cubicBezTo>
                  <a:pt x="4663751" y="787337"/>
                  <a:pt x="4436664" y="1014424"/>
                  <a:pt x="4156539" y="1014424"/>
                </a:cubicBezTo>
                <a:cubicBezTo>
                  <a:pt x="3876414" y="1014424"/>
                  <a:pt x="3649327" y="787337"/>
                  <a:pt x="3649327" y="507212"/>
                </a:cubicBezTo>
                <a:cubicBezTo>
                  <a:pt x="3649327" y="227087"/>
                  <a:pt x="3876414" y="0"/>
                  <a:pt x="415653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>
            <a:normAutofit/>
          </a:bodyPr>
          <a:lstStyle/>
          <a:p>
            <a:pPr algn="r"/>
            <a:r>
              <a:rPr lang="ko-KR" altLang="en-US">
                <a:cs typeface="Posterama"/>
              </a:rPr>
              <a:t>산출물 종합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942DC5-AB53-A543-7669-7A493E79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00-1  &lt;&lt; 예시 화면</a:t>
            </a:r>
            <a:endParaRPr lang="ko-KR" altLang="en-US"/>
          </a:p>
        </p:txBody>
      </p:sp>
      <p:pic>
        <p:nvPicPr>
          <p:cNvPr id="4" name="Content Placeholder 3" descr="A screenshot of a spreadsheet&#10;&#10;자동 생성된 설명">
            <a:extLst>
              <a:ext uri="{FF2B5EF4-FFF2-40B4-BE49-F238E27FC236}">
                <a16:creationId xmlns:a16="http://schemas.microsoft.com/office/drawing/2014/main" id="{32C896EA-7473-CB3C-A2B7-554FB1DEF7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6240" y="2000371"/>
            <a:ext cx="7997270" cy="4618617"/>
          </a:xfrm>
        </p:spPr>
      </p:pic>
    </p:spTree>
    <p:extLst>
      <p:ext uri="{BB962C8B-B14F-4D97-AF65-F5344CB8AC3E}">
        <p14:creationId xmlns:p14="http://schemas.microsoft.com/office/powerpoint/2010/main" val="2841638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DAF23-428B-F41C-D07B-8C2093F1F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00-2 &lt;&lt; 예시 화면</a:t>
            </a:r>
            <a:endParaRPr lang="ko-KR" altLang="en-US"/>
          </a:p>
        </p:txBody>
      </p:sp>
      <p:pic>
        <p:nvPicPr>
          <p:cNvPr id="4" name="Content Placeholder 3" descr="A screenshot of a cartoon&#10;&#10;자동 생성된 설명">
            <a:extLst>
              <a:ext uri="{FF2B5EF4-FFF2-40B4-BE49-F238E27FC236}">
                <a16:creationId xmlns:a16="http://schemas.microsoft.com/office/drawing/2014/main" id="{674740D4-1929-3FD4-F596-6FF9A8668F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9353" y="1809871"/>
            <a:ext cx="8381711" cy="4798534"/>
          </a:xfrm>
        </p:spPr>
      </p:pic>
    </p:spTree>
    <p:extLst>
      <p:ext uri="{BB962C8B-B14F-4D97-AF65-F5344CB8AC3E}">
        <p14:creationId xmlns:p14="http://schemas.microsoft.com/office/powerpoint/2010/main" val="241162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60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90DF5-3228-256C-B2E2-C2790F942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</a:t>
            </a:r>
            <a:r>
              <a:rPr lang="en-US" altLang="ko-KR">
                <a:cs typeface="Posterama"/>
              </a:rPr>
              <a:t>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B6843D-347D-A1C4-E1ED-3293CDF01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2177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C0654-32F7-252F-5E90-02544793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82538B-BE68-5C23-72C4-75ACD548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63660-5A6C-5456-B7B0-A9C6DD33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876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A1D2D-F7BF-D47F-F04D-E6E836DA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0B3013-AA5F-C020-2C61-7080EEFEA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81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4736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04785-2B55-C466-4B69-B23FB361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887F5D-3B54-7955-D2A2-43DB46754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109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FFB9C-14A1-89A9-5C3F-D4DAFC29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2-2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C0EFF5-A85F-E683-ECFF-9606FB03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16DF87-4153-92D8-0CE3-435D324A9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2-3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BE383F-4202-1311-A5A2-91A2CBA9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647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9843-5E43-7DB9-EBC7-10323EB02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30505D5-1441-9E73-EB90-418151952A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2502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6789F-2E3A-8587-A344-32A69766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9AC21-FCCE-894D-3C45-0300C1A4C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EEB1D8-E750-E3E5-1BD1-79FA2CBC9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038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28EB6-7F99-FF59-86D5-9B604487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8E3B46-A1BE-548A-D394-5E1B2ABDB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32404-9A9F-0F23-4BE5-2A52DD03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281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B2DF-A750-19E3-3493-C397DB168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464D1-91C1-253E-1CA7-FA1DFF535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69DAF3-F1FF-E7F2-651A-C70014E25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8697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5124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A1A129-8369-24A5-C473-1694EB181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8FB729-0DDA-44DC-40F6-14D71093A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090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3AB8DF-C843-DC6D-2A9A-E1BBAF5E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B83826-F85C-0EEF-CD56-3A77D5965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1909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E41C7-82F4-51B8-AB45-A7FFBEBC7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19ACE-B7F9-818B-E5E2-FAAFD35FE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93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87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25E2BF-4BA2-EEF8-02AE-FCB00A58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35B065-9924-0300-6BAC-102DA7500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89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56F1D-3D3F-932E-802E-6BD76C2C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67E918-A9E3-1AD2-B4DE-3A6643C05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623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E34D81-2552-10D9-3CC7-A0BCA174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5-3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6270FC-A375-9716-C19E-198B4F406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67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70161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0F56A5-459D-445D-6F38-388F2402A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A62D3-B6D9-A526-29A1-B93CE7E2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40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5FE1A7-C5CF-43CA-6FD2-985177DA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2CC7F4-C516-471C-30FD-A8C03AC1A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96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0DB3F-F5D0-176A-7058-522156AAF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BCFFC7-236E-3218-56EE-B054A68B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267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1032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80B52-4544-40AD-ED11-539C18B57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C2CCD6-6698-231F-7CB7-D4A4B5B8C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625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B1B8B3-0A75-78D9-3D6D-6F913E0D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F8E6FD-91F2-8DE3-D3FA-8A14DCE64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291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EE003-C22B-28E6-A45C-B6265AE9E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18C76A-A563-5EA9-D969-F1170CE226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952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7822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34CAE7-C9BA-BE02-08ED-24C2ADB9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D80E3-6919-8BA5-9C76-FB2CEDB98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60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50B3C-472F-B70A-287C-8CB081D00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8679F0-3194-AF4E-1C87-510A3A03C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800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F08739-784D-CE50-C1B5-0BFB22A9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1E91C-F944-5E2F-FAE4-B32F654A0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5726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09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01278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E2281A-9CB4-4FA3-F4E3-6A7F5BE5C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1D8C2-DEB9-2468-B24C-52E32E7DD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9933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AE036-0B7E-DA50-0F71-A52EB038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02E44-07A2-6D00-86FD-FD148B8FC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5222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5E991-918B-5393-F383-D1BC9965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33E3A-A3FE-B274-A65F-BD2D452DD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8294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0B81073-7641-F14D-FCB7-A52F7603DD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28876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A6F3F-93FC-0965-5238-747CB47F8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80E287-7004-1660-83D2-C49F93864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6488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56C1B-3A04-9E82-6BFC-B53165DF3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86449-71AD-1FE2-A71A-CCC0F4599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910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59B9ED-B899-1299-9C87-6F17C879E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697B22-393F-FBCC-51D9-8CB0AB31C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8325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7F84A-608A-0D48-A40C-450ED121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5A200D4-7F6B-EC40-D6F2-89318DE049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98312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5E451-9B2F-4087-451D-097486AD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11-1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62065E-B6A6-B58A-952F-894E2EBD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2905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AF15B-5BD4-72A7-A59A-82D925CC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11-2</a:t>
            </a:r>
            <a:endParaRPr lang="ko-KR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BBE3F37-3BE8-0638-1E34-BB1020FB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431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D85EA5-EC89-543C-6175-9E896D9CA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9E64C-5E96-B5AC-A80C-89FF80E42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65773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D7BA-9934-7A90-E078-F78258998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D4C5A9-3C38-4431-296A-F26A93BC17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79397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56DB7-CBC4-1C0B-C4A9-8D3C546DF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A90A7C-5EC0-FBDE-697A-61B834E0D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5449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0C75B5-2B23-24F3-47D1-B0E66556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17767-9F57-5C2B-758A-DDE91A135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1385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8799D-A1A9-9E0E-40F1-FF634009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093B3-A155-5B8B-0FF8-9D636E79C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9603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78363-DC68-7EAF-7E7B-14EFF0006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1EAEC05-6FB6-0842-3D63-7952D93BA6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891287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E7244-E94D-762A-6F0F-BA0FEC6D3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E6DD9B-088E-697B-A07B-2CC71D8B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6550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62113-8B38-1396-C524-7DDAA84AB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014744-6375-63E6-FB97-742F02CC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10941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6F8366-A409-E85F-FAB9-4D1CCE61D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13353F-F5E8-497F-B3AF-66703C6C3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271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2A6D4-4F4C-16FC-CD89-430F79BE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AA1FB02-847B-DD9A-56A7-32A96B473C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90634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7A38A7-363E-1F43-8988-AC89D7B60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995ED-82D6-0B3F-E32E-417D0DAFD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4964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455C9-4F0B-76C5-B472-FA6607A6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6F3A9E-1858-8516-3866-E36E77C52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5077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3400E-EB94-0EBF-F730-9B42A49D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7FBD9B-45CF-E12F-5016-195537235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3288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1CD87-94E5-1B8B-70AA-834F441C8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C295DC5-3F79-696E-799A-3D96BEFF46A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21694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34447-8919-7553-1A28-06D1541C8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15-1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FF5C96-9510-F37A-F42A-B2D80105C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8556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1D689C-2FB7-FF32-9D3E-2B9B44792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D4E07-5A44-879A-F80F-EA332F6665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29626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92374E-E2A2-79FE-1CCB-09878D77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C8C78-320B-CE74-91A9-6A5705C73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4459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23AB4-1ECB-71F2-A18B-DC01E384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AC67707-3E24-34DB-B335-DA269ECA89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7290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F34B8-50D6-C3B5-DE69-D8A0D696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10D15-33B3-746E-4AFC-3EF8406D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689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B2659C-13BF-BF18-5610-0BA4686BC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278043-57C0-FD85-8CE7-8798635F0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043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8C9327-050E-93B6-A3C0-FE62F07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743AE-3A3E-BB25-745D-57A1CF961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2925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FF6F9-51A4-5C1D-2F59-BB023BE0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C9138B4-4B60-120D-E147-F3287BE2CF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875416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C2A60-8402-4FC2-15E2-8230D966A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22BE57-3249-D188-8D31-91B9BAAA7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70224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25855-7DD7-46D6-A01E-4591DC42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A51D5-7140-C880-B51B-9DB219EF2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9058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1607B-9D7D-5B19-29C8-52A4F9D1E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6540E6-E12B-D1B0-8DF3-817807C8B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4357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EDCA9-4B1B-2DED-A2AC-57355EBD5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406560F-6FBE-3045-C121-8304511A2B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91921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2EBF2-2AB5-DE44-C091-D24AC077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E204CE-731D-9BE9-4CB6-B62353418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9191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B4769-BA51-EBBF-D861-1AA7A671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27E08-E698-AB94-CC75-BB6D09ECFC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2632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6F371-C9E4-D6F9-3854-4CE944ED0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18-3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B0CCF-AEBD-DB5F-62DE-46518932A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42271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7F2E-D164-9292-7035-17779AFA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E3085F53-D60C-82B7-C737-BE2589D22D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19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7857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205A2-DA29-450C-301B-871B91A18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6974FD-9273-54EE-5959-FCCDC3B46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43256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7CF3-E74F-DF8C-47C3-29A1213A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0AC44-9FA8-998C-E764-ECE2EF085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7878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ABE81-513B-D0C9-AD52-716E379D2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CF567C-3FF9-FDC8-9A1B-F6A6FD680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495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E1D7E-4E91-AD15-BA9B-A1CEC4B8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A6A84EB-D7F7-B320-59FD-1300037F7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6351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C4043-D306-672D-30F0-50073F50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FF2A14-691F-69A3-B2BC-E320B4FD9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7A7660-9E82-6E75-7341-FABBA7AD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0772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4BE07-DBE9-DB07-6FB4-85B53C41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D2727-2789-0E2A-5734-1565C8BE9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9AC090-FBC7-D7AA-41AD-7C30332B1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8122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AEFC7-827C-63E2-8C06-868EBAEF7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1BAC5-32FD-1CA4-A339-858E3AC5C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19-3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CEA306-7FE2-4680-E4D4-32A16311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81197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88312-85CC-C9BA-6669-F99A34B8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A177A60-BF00-92D0-1D7F-DF6048526D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3511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988E9E-8A28-B8F9-D055-AB9E1F82C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7AEB14-52E4-A48A-F8B7-7489BD174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49379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EFA35-4132-F8FE-9BE3-47BFEEEB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98D8CD-E085-7094-206F-F26C687C3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48966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C824C-0A81-55F9-3A00-C6303E29D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0B9750-0DB4-EA1E-218E-9C9496AEC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739509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B120D-7400-8F57-6B7D-D2181B492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B4B5A07-C291-7D0B-9DCD-2FE695253E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999530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5332B-CAA7-C9B3-8505-3EADC36E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FCA76A-D63F-818C-32D6-88905689C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3774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7E52A5-A8DA-08A7-C973-5B7C005EC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236326-0232-78EA-ABE0-FDF85C95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55327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48BA6-9A77-6BC4-54BC-12E546B4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B0F0BC-7233-5D01-9651-117C2B5BD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15739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D83E-5BE7-9F10-6D60-6E67BD50A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89A970A-A2AE-30A4-4EE6-CD633310ECE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6779127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CFD16-E05E-D077-7835-B6A7FC1D4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51B4A-131A-9778-FC9B-6198724CA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>
                <a:cs typeface="Posterama"/>
              </a:rPr>
              <a:t>22-1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2DF244-259B-D763-7EFD-5F5E3440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51325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4821-76D3-7165-400F-45D9C32BA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EC3FE-334C-68D5-5B1D-8E2DD4448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74D71-5851-0C3C-C126-665012452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9439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F292-0E62-0F77-315D-B50A5BAB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07BFC-6EEF-84F8-A76A-443F0FC3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597CE-AA64-87D2-F104-3B84B4D30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31207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A0E4B-0319-57D7-637D-AC3073445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7DD5D-627A-EE3D-307C-844E61A4E2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24750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33065-74B6-6391-6920-38CD97668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31905B-8DA4-3176-96B3-9563168B6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9969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B6487-06BB-86E3-2D5B-05AA9198D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E1EECC-135A-4743-7AC0-B852F8FD4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72403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86CBD-727A-BD49-8FCE-88EE27C7D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F9E3A-E26C-A773-B0CA-1DF1BABD5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6750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A6E8C-18E9-026D-11F4-BECD9ED45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3BE97C7-0B42-B142-4D22-5B6EB02DF2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588265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602FBE-C9D4-AE1F-C110-55C1B0FBE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3AA19-20DC-0ADC-3361-E09DB269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34750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9C9F8-2D99-1437-0BA4-35F725D6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14EEC2-C78B-401F-4F42-30B82CE3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01234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31F1C-5AD1-9989-2E96-237ABCC1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1D9F5-48CE-F4EF-B417-2FB08C1CE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193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C02F-01C0-9062-6235-081C91F8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309A9404-7BE5-8850-F831-5597A2D3CA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13217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0A6B63-38AB-7A36-AB41-2D06CDFAD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4E0968-C3BB-6CBB-C50C-B77D79D2A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87610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2053E2-F4EC-8DD7-4BB2-99EAF1008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958F3-A212-49D4-0831-86CFFA40A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16416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9E56C-F0C2-5491-647E-FAF20D44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5B94D-CF5C-FF04-09D9-7E000D751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987927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1F8CC-3C86-7508-0249-62E73BE09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3809773-DB83-F74C-D078-F9FC50B09F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959180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03EC6E-42B1-110C-20D2-5E94D117B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ACE03D-AD36-A9DB-CAD1-2A2599C86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0077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3DD55-0B7C-7933-967F-CAA2EB613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846634-2CC2-B58C-00FD-40A7DA0D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6025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9211-5EE4-5054-4A07-1965F3988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5E2BB9-2396-94CB-C063-04A7DC2B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86856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CA9F-2FD1-8854-C690-C297F3683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2888BAB-4D44-65CB-ED57-D25F536D02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782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19AC65-5D72-FDCB-C074-6CD6A195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D39BB0-6F2C-34C0-A2DB-8B52F36FF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44889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823A-9CD4-E5DB-204E-8C2B43342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A274BA-E2EE-A66B-BC8C-E60FD77A6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4758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8B5A4-DC04-3542-EA0E-73FEBFD6C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A423C-600E-E79F-FE7D-68722696D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8215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180A-EECE-4C05-E491-F19134045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504309C-2911-B1E3-F148-EB6FB04300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29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12116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F19F9D-3801-2182-F941-5285C0679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D1336-2DCE-1663-484A-E64CF510D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677357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04775-FA1B-BAFD-EF19-9914DA8F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4A6DBB-93CA-801E-0AA0-D72E3CAAF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5337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FA7EA-B69C-A104-0891-F71F63CE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29-3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4FC74D-BC4D-7E5B-0E66-4AEBA02A4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76629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4921-769B-42F7-E7E7-4706E3A9A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54E50E2-155E-F872-AED6-22DF6B078E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5005669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63D5BB-1C80-8DDB-7B82-2ADE668A3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9AC276-46D8-A877-B169-9D604A941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07740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1A912-8953-CEE3-4EEA-C46DC6EE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F3AA0E-9DE0-5066-0FF9-41A69A342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036115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29537-AA59-39A8-AACB-9D16ED21B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878366-D5A4-13AE-B31C-11E228E8A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45412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39010-4CFC-6E33-E25D-DB8CDD847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3185392-E1BA-E0ED-ED62-5611670F024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7770020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2BD87-09E1-A08D-FEC8-2906666E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DAD5C-E47A-D21C-6B03-03A9981F2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69037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0A289-EB7F-D040-EC50-4AC81C03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83E25-E59F-AD12-A556-BF43D819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327977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D41F9-B546-3957-9B3E-53DA63E6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B8F2D1-25F4-0CBF-EA4F-B3AE27410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20359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5CD2-BCDF-1CA9-A42D-A70FEB2BB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FDB8B59-8C9A-F28A-7AEE-4B8E59CE74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32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1787550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7944C-9329-479F-40AA-963FC6A7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E24E0F-BA84-85D8-44DC-AB8289CF7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1629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B16D4-B52E-C25B-C98A-5880CDE9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0F6711-452E-ECF0-19B2-77D195B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50072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A605C-0C9B-B387-A045-18AB3C97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32-3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F6370-40D7-2F4B-0D6F-972192952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828423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F7B8A-3EFA-2B17-9434-541D505BE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A5FF6594-7B94-6167-893C-D6B567AC1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448605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D5B4C6-1D92-6093-D3E0-6F0903D7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8DFDF-D0D1-B89D-661C-36660388D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5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B27E2-A840-1FAB-B132-E208F46FA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074D42-D19B-FB44-1D34-0AA012187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634860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E8F08-6903-4F98-26C6-CC48A8B2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31BDE-BB4C-FF24-583B-4F6C8F427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75229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CA49-93A1-C0BD-E518-F82540AD2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5915BFC0-59D3-C639-0010-5279CF5448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512586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A34E2-7EA1-6E92-3E4A-735FEB4B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212714-28AD-091A-D75D-8B3D02C80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80080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E1823F-7943-94DE-DA0B-972ECC60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0EB0DF-5563-4FC5-FD00-990B844E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51119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1A674E-61A9-96EE-ED40-37DCD6A07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608D9F-C2D8-D482-6A14-E603028D5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05336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9B62-5467-9B07-BDD6-7097818D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8E12E43B-9EE5-CD3B-29E9-65FE0C18F4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35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094865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F32C0C-1181-D830-AC18-40832790B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E9FC19-FD6C-80DA-2A84-FF98BE4EA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54447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E6785-E0D6-0026-B4B5-88D300315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9E617-0844-2894-DFF9-FCADC7EB7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10199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F6576-FD57-404D-A70D-36438567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35-3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226607-7BE6-0623-F5D6-ABD06B592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895990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EDDE6-199F-01B5-E7D5-4BC15BB6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47FE50F7-2D65-7FB6-F48A-7E6E05117A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36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093815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35937-127E-CC0F-A1E3-CCD396BFB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120D6A-1CCA-3F16-A971-7A35A60D9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419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9764C-0C59-0914-23CE-C059FE24F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EFC80F-4294-D485-53A8-E9FDAA93A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321368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D5058-CE72-4A9A-047C-9F389164A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36-3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00873-D499-AAC9-7ED6-E4C9E144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85650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85A24-D47B-3D7F-127F-DF80A367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C9A324B-62CE-FAF3-7D00-B654BC3F95C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37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267333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F93D4-CF84-2B91-8A8C-7FBB8A782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8742BD-74C6-733D-CF64-2B7F89EBE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314692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41F67-0CC8-7331-0DE4-7B93BB9B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00EEA4-C74A-9FBD-3204-621C537A3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856770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BE98C-C785-8C54-9A51-4FC89220E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37-3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DA85D0-FFB0-48D2-BEE3-FC1D00FEB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389465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69012-CF31-D49A-9F4D-CCC7FBB0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9604CE1C-5CF1-348E-6A8E-B6D50C29DF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38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37747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ACBCC-A362-CBBA-DB5D-01EA6C02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06ADDF-71D9-427D-48DE-708AAA76D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4175555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2B8FB-EE73-F5E4-BEAA-3B36C880C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83696D-3AC7-4194-3A80-342FDE43B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41105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421A9-FACF-78E1-1C47-B60AC672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38-3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4AC20-885E-079C-D62F-87D82062F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64560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D8FE0-D5BF-D02B-E74E-EC57CCDC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BD97BF74-0BBC-1F98-C999-18BA5D9C77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39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989239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4AFAA5-8B36-15F7-89B7-7AF845B0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AA7135-35D5-2C23-C0CE-4468D2D5F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53091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76196F-9E5A-688A-D3BA-42957AEB1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39-2</a:t>
            </a:r>
            <a:endParaRPr 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FE747-92FE-A80A-5971-E289990D7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4363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4FF1F4-FEE5-2950-9705-F3289BAB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39-3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1BDCAE-B818-67EF-208C-1BA884F8E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3549963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FB354-8A97-0E7A-B266-5F860C54F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0680A63B-C7E6-2D42-F1F0-1E1493125D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40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89656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78325-3FB4-3D92-BCAD-E510740E5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4370CB-76E9-ED03-6BA6-74C8D66AB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391256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AF4437-922A-B0FF-B61A-604FEC31D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584B1F-4A8E-036A-95C7-562CDC9D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971628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A49484-023C-C3D9-30C9-AEFAD5C79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40-3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41B103-A223-6DF7-AA86-19CF5E4AD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949737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3419-6D80-5C78-50CD-159A18036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B2572-06DB-E3AE-D56C-91EF58573F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41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9911221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C311B-575A-760C-B1F3-D491354F2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5F18D1-2EE0-678D-BAA3-68B3246CB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2301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291981-06E2-71D1-5852-8264541C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F66DF-0366-9BE5-4120-B212A350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450806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A346D-96AB-3BAD-7F84-B83F3706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41-3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07B255-AFB7-C665-AF5E-448AB0BF9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16796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4B38-189A-C072-1DF2-8AD8018F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151719A-201D-DD50-02C9-3107C78E8A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43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847824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022C5-9C8D-93A4-CD11-1E4B23D2F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153C3-557C-6C04-D0E2-27B6C66BB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601DA-4F2E-64D9-ACF8-B9ECAC671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5373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AE0E-F3D3-801A-CA38-0A4224048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B2737-F97D-8535-4018-C120D410C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EFB06-8B1C-BF3C-76AA-3F2E42906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788701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AC19A-8240-BA9C-AC23-8CC17B49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A061C-47D5-7E7E-7929-F7A7933FF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43-3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B3E2C-488C-7D15-73EB-ADBF81417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13519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1BA46-3CFC-6F2B-D51A-36475D1B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F03888A-6479-7965-990B-BEAB5B4E18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23900" b="1">
                <a:latin typeface="맑은 고딕"/>
                <a:ea typeface="맑은 고딕"/>
              </a:rPr>
              <a:t>44</a:t>
            </a:r>
            <a:endParaRPr lang="ko-KR" altLang="en-US" sz="23900" b="1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07653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50D84-2CD2-48BF-22D2-20C723AE0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23A40-24D7-3C5F-E0E3-E118BE921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44-1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92527-580F-9CA2-A0DC-0AF1794E1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137472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29698-A85E-87D4-C960-39552A43A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C341A-5E75-C08D-A969-38B897ED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44-2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472CCA-2FA2-BBA0-B145-96434626F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22638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F9728-3926-9914-3E9C-E05695AD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76238E-0322-3403-8D81-4E789942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cs typeface="Posterama"/>
              </a:rPr>
              <a:t>44-3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8FD44-F479-831C-DC76-CF7879105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76244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F2E3E837D326B428EDEBC1C075745BD" ma:contentTypeVersion="10" ma:contentTypeDescription="새 문서를 만듭니다." ma:contentTypeScope="" ma:versionID="0f56ac16aa9333384cb87269fe21f942">
  <xsd:schema xmlns:xsd="http://www.w3.org/2001/XMLSchema" xmlns:xs="http://www.w3.org/2001/XMLSchema" xmlns:p="http://schemas.microsoft.com/office/2006/metadata/properties" xmlns:ns2="4c8849ae-c25f-4ddf-bbbc-3a374ffa6d46" xmlns:ns3="64036074-d3a6-4519-81fc-40384d8c4feb" targetNamespace="http://schemas.microsoft.com/office/2006/metadata/properties" ma:root="true" ma:fieldsID="60275018450d4244f56ae0ee00ba075a" ns2:_="" ns3:_="">
    <xsd:import namespace="4c8849ae-c25f-4ddf-bbbc-3a374ffa6d46"/>
    <xsd:import namespace="64036074-d3a6-4519-81fc-40384d8c4f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8849ae-c25f-4ddf-bbbc-3a374ffa6d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fe3e5b8a-98b1-4535-82b3-9fdfa4c55e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036074-d3a6-4519-81fc-40384d8c4fe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5e5b2a4-4f05-4585-960b-d0cb868f31f5}" ma:internalName="TaxCatchAll" ma:showField="CatchAllData" ma:web="64036074-d3a6-4519-81fc-40384d8c4f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036074-d3a6-4519-81fc-40384d8c4feb" xsi:nil="true"/>
    <lcf76f155ced4ddcb4097134ff3c332f xmlns="4c8849ae-c25f-4ddf-bbbc-3a374ffa6d4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7657F2-A10C-4E50-841D-04D31706EA66}"/>
</file>

<file path=customXml/itemProps2.xml><?xml version="1.0" encoding="utf-8"?>
<ds:datastoreItem xmlns:ds="http://schemas.openxmlformats.org/officeDocument/2006/customXml" ds:itemID="{F03C0B25-3E2B-4AC4-B99C-73286B09DD9A}">
  <ds:schemaRefs>
    <ds:schemaRef ds:uri="24fd6c25-33bf-4edc-85c2-51b1905306bd"/>
    <ds:schemaRef ds:uri="4b28fa61-e1ad-48f1-b6fe-343285cdb697"/>
    <ds:schemaRef ds:uri="583cb862-d70e-4197-b275-6215377056cc"/>
    <ds:schemaRef ds:uri="e973e405-46e0-47a8-9303-0ba4287fe5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E69EAF3-E089-45B0-A384-0EC34A8FE9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183</Words>
  <Application>Microsoft Office PowerPoint</Application>
  <PresentationFormat>와이드스크린</PresentationFormat>
  <Paragraphs>175</Paragraphs>
  <Slides>175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175</vt:i4>
      </vt:variant>
    </vt:vector>
  </HeadingPairs>
  <TitlesOfParts>
    <vt:vector size="180" baseType="lpstr">
      <vt:lpstr>맑은 고딕</vt:lpstr>
      <vt:lpstr>Arial</vt:lpstr>
      <vt:lpstr>Avenir Next LT Pro</vt:lpstr>
      <vt:lpstr>Posterama</vt:lpstr>
      <vt:lpstr>SplashVTI</vt:lpstr>
      <vt:lpstr>산출물 종합</vt:lpstr>
      <vt:lpstr>00-1  &lt;&lt; 예시 화면</vt:lpstr>
      <vt:lpstr>00-2 &lt;&lt; 예시 화면</vt:lpstr>
      <vt:lpstr>PowerPoint 프레젠테이션</vt:lpstr>
      <vt:lpstr>1-1</vt:lpstr>
      <vt:lpstr>1-2</vt:lpstr>
      <vt:lpstr>1-3</vt:lpstr>
      <vt:lpstr>PowerPoint 프레젠테이션</vt:lpstr>
      <vt:lpstr>2-1</vt:lpstr>
      <vt:lpstr>2-2</vt:lpstr>
      <vt:lpstr>2-3</vt:lpstr>
      <vt:lpstr>PowerPoint 프레젠테이션</vt:lpstr>
      <vt:lpstr>3-1</vt:lpstr>
      <vt:lpstr>3-2</vt:lpstr>
      <vt:lpstr>3-3</vt:lpstr>
      <vt:lpstr>PowerPoint 프레젠테이션</vt:lpstr>
      <vt:lpstr>3-1</vt:lpstr>
      <vt:lpstr>3-2</vt:lpstr>
      <vt:lpstr>3-3</vt:lpstr>
      <vt:lpstr>PowerPoint 프레젠테이션</vt:lpstr>
      <vt:lpstr>5-1</vt:lpstr>
      <vt:lpstr>5-2</vt:lpstr>
      <vt:lpstr>5-3</vt:lpstr>
      <vt:lpstr>PowerPoint 프레젠테이션</vt:lpstr>
      <vt:lpstr>6-1</vt:lpstr>
      <vt:lpstr>6-2</vt:lpstr>
      <vt:lpstr>6-3</vt:lpstr>
      <vt:lpstr>PowerPoint 프레젠테이션</vt:lpstr>
      <vt:lpstr>7-1</vt:lpstr>
      <vt:lpstr>7-2</vt:lpstr>
      <vt:lpstr>7-3</vt:lpstr>
      <vt:lpstr>PowerPoint 프레젠테이션</vt:lpstr>
      <vt:lpstr>8-1</vt:lpstr>
      <vt:lpstr>8-2</vt:lpstr>
      <vt:lpstr>8-3</vt:lpstr>
      <vt:lpstr>PowerPoint 프레젠테이션</vt:lpstr>
      <vt:lpstr>9-1</vt:lpstr>
      <vt:lpstr>9-2</vt:lpstr>
      <vt:lpstr>9-3</vt:lpstr>
      <vt:lpstr>PowerPoint 프레젠테이션</vt:lpstr>
      <vt:lpstr>10-1</vt:lpstr>
      <vt:lpstr>10-2</vt:lpstr>
      <vt:lpstr>10-3</vt:lpstr>
      <vt:lpstr>PowerPoint 프레젠테이션</vt:lpstr>
      <vt:lpstr>11-1</vt:lpstr>
      <vt:lpstr>11-2</vt:lpstr>
      <vt:lpstr>11-3</vt:lpstr>
      <vt:lpstr>PowerPoint 프레젠테이션</vt:lpstr>
      <vt:lpstr>12-1</vt:lpstr>
      <vt:lpstr>12-2</vt:lpstr>
      <vt:lpstr>12-3</vt:lpstr>
      <vt:lpstr>PowerPoint 프레젠테이션</vt:lpstr>
      <vt:lpstr>13-1</vt:lpstr>
      <vt:lpstr>13-2</vt:lpstr>
      <vt:lpstr>13-3</vt:lpstr>
      <vt:lpstr>PowerPoint 프레젠테이션</vt:lpstr>
      <vt:lpstr>14-1</vt:lpstr>
      <vt:lpstr>14-2</vt:lpstr>
      <vt:lpstr>14-3</vt:lpstr>
      <vt:lpstr>PowerPoint 프레젠테이션</vt:lpstr>
      <vt:lpstr>15-1</vt:lpstr>
      <vt:lpstr>15-2</vt:lpstr>
      <vt:lpstr>15-3</vt:lpstr>
      <vt:lpstr>PowerPoint 프레젠테이션</vt:lpstr>
      <vt:lpstr>16-1</vt:lpstr>
      <vt:lpstr>16-2</vt:lpstr>
      <vt:lpstr>16-3</vt:lpstr>
      <vt:lpstr>PowerPoint 프레젠테이션</vt:lpstr>
      <vt:lpstr>17-1</vt:lpstr>
      <vt:lpstr>17-2</vt:lpstr>
      <vt:lpstr>17-3</vt:lpstr>
      <vt:lpstr>PowerPoint 프레젠테이션</vt:lpstr>
      <vt:lpstr>18-1</vt:lpstr>
      <vt:lpstr>18-2</vt:lpstr>
      <vt:lpstr>18-3</vt:lpstr>
      <vt:lpstr>PowerPoint 프레젠테이션</vt:lpstr>
      <vt:lpstr>19-1</vt:lpstr>
      <vt:lpstr>19-2</vt:lpstr>
      <vt:lpstr>19-3</vt:lpstr>
      <vt:lpstr>PowerPoint 프레젠테이션</vt:lpstr>
      <vt:lpstr>19-1</vt:lpstr>
      <vt:lpstr>19-2</vt:lpstr>
      <vt:lpstr>19-3</vt:lpstr>
      <vt:lpstr>PowerPoint 프레젠테이션</vt:lpstr>
      <vt:lpstr>21-1</vt:lpstr>
      <vt:lpstr>21-2</vt:lpstr>
      <vt:lpstr>21-3</vt:lpstr>
      <vt:lpstr>PowerPoint 프레젠테이션</vt:lpstr>
      <vt:lpstr>22-1</vt:lpstr>
      <vt:lpstr>22-2</vt:lpstr>
      <vt:lpstr>22-3</vt:lpstr>
      <vt:lpstr>PowerPoint 프레젠테이션</vt:lpstr>
      <vt:lpstr>22-1</vt:lpstr>
      <vt:lpstr>22-2</vt:lpstr>
      <vt:lpstr>22-3</vt:lpstr>
      <vt:lpstr>PowerPoint 프레젠테이션</vt:lpstr>
      <vt:lpstr>24-1</vt:lpstr>
      <vt:lpstr>24-2</vt:lpstr>
      <vt:lpstr>24-3</vt:lpstr>
      <vt:lpstr>PowerPoint 프레젠테이션</vt:lpstr>
      <vt:lpstr>25-1</vt:lpstr>
      <vt:lpstr>25-2</vt:lpstr>
      <vt:lpstr>25-3</vt:lpstr>
      <vt:lpstr>PowerPoint 프레젠테이션</vt:lpstr>
      <vt:lpstr>26-1</vt:lpstr>
      <vt:lpstr>26-2</vt:lpstr>
      <vt:lpstr>26-3</vt:lpstr>
      <vt:lpstr>PowerPoint 프레젠테이션</vt:lpstr>
      <vt:lpstr>27-1</vt:lpstr>
      <vt:lpstr>27-2</vt:lpstr>
      <vt:lpstr>27-3</vt:lpstr>
      <vt:lpstr>PowerPoint 프레젠테이션</vt:lpstr>
      <vt:lpstr>28-1</vt:lpstr>
      <vt:lpstr>28-2</vt:lpstr>
      <vt:lpstr>28-3</vt:lpstr>
      <vt:lpstr>PowerPoint 프레젠테이션</vt:lpstr>
      <vt:lpstr>29-1</vt:lpstr>
      <vt:lpstr>29-2</vt:lpstr>
      <vt:lpstr>29-3</vt:lpstr>
      <vt:lpstr>PowerPoint 프레젠테이션</vt:lpstr>
      <vt:lpstr>30-1</vt:lpstr>
      <vt:lpstr>30-2</vt:lpstr>
      <vt:lpstr>30-3</vt:lpstr>
      <vt:lpstr>PowerPoint 프레젠테이션</vt:lpstr>
      <vt:lpstr>31-1</vt:lpstr>
      <vt:lpstr>31-2</vt:lpstr>
      <vt:lpstr>31-3</vt:lpstr>
      <vt:lpstr>PowerPoint 프레젠테이션</vt:lpstr>
      <vt:lpstr>32-1</vt:lpstr>
      <vt:lpstr>32-2</vt:lpstr>
      <vt:lpstr>32-3</vt:lpstr>
      <vt:lpstr>PowerPoint 프레젠테이션</vt:lpstr>
      <vt:lpstr>33-1</vt:lpstr>
      <vt:lpstr>33-2</vt:lpstr>
      <vt:lpstr>33-3</vt:lpstr>
      <vt:lpstr>PowerPoint 프레젠테이션</vt:lpstr>
      <vt:lpstr>34-1</vt:lpstr>
      <vt:lpstr>34-2</vt:lpstr>
      <vt:lpstr>34-3</vt:lpstr>
      <vt:lpstr>PowerPoint 프레젠테이션</vt:lpstr>
      <vt:lpstr>35-1</vt:lpstr>
      <vt:lpstr>35-2</vt:lpstr>
      <vt:lpstr>35-3</vt:lpstr>
      <vt:lpstr>PowerPoint 프레젠테이션</vt:lpstr>
      <vt:lpstr>36-1</vt:lpstr>
      <vt:lpstr>36-2</vt:lpstr>
      <vt:lpstr>36-3</vt:lpstr>
      <vt:lpstr>PowerPoint 프레젠테이션</vt:lpstr>
      <vt:lpstr>37-1</vt:lpstr>
      <vt:lpstr>37-2</vt:lpstr>
      <vt:lpstr>37-3</vt:lpstr>
      <vt:lpstr>PowerPoint 프레젠테이션</vt:lpstr>
      <vt:lpstr>38-1</vt:lpstr>
      <vt:lpstr>38-2</vt:lpstr>
      <vt:lpstr>38-3</vt:lpstr>
      <vt:lpstr>PowerPoint 프레젠테이션</vt:lpstr>
      <vt:lpstr>39-1</vt:lpstr>
      <vt:lpstr>39-2</vt:lpstr>
      <vt:lpstr>39-3</vt:lpstr>
      <vt:lpstr>PowerPoint 프레젠테이션</vt:lpstr>
      <vt:lpstr>40-1</vt:lpstr>
      <vt:lpstr>40-2</vt:lpstr>
      <vt:lpstr>40-3</vt:lpstr>
      <vt:lpstr>PowerPoint 프레젠테이션</vt:lpstr>
      <vt:lpstr>41-1</vt:lpstr>
      <vt:lpstr>41-2</vt:lpstr>
      <vt:lpstr>41-3</vt:lpstr>
      <vt:lpstr>PowerPoint 프레젠테이션</vt:lpstr>
      <vt:lpstr>43-1</vt:lpstr>
      <vt:lpstr>43-2</vt:lpstr>
      <vt:lpstr>43-3</vt:lpstr>
      <vt:lpstr>PowerPoint 프레젠테이션</vt:lpstr>
      <vt:lpstr>44-1</vt:lpstr>
      <vt:lpstr>44-2</vt:lpstr>
      <vt:lpstr>44-3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Myeongho Kang</cp:lastModifiedBy>
  <cp:revision>7</cp:revision>
  <dcterms:created xsi:type="dcterms:W3CDTF">2024-05-30T11:39:34Z</dcterms:created>
  <dcterms:modified xsi:type="dcterms:W3CDTF">2025-12-29T08:05:36Z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0x0101009F2E3E837D326B428EDEBC1C075745BD</vt:lpwstr>
  </property>
  <property fmtid="{D5CDD505-2E9C-101B-9397-08002B2CF9AE}" pid="3" name="Order">
    <vt:r8>2000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MediaServiceImageTags">
    <vt:lpwstr/>
  </property>
</Properties>
</file>